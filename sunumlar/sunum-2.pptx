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Açılış: hafta hedefi iskeletti, dört görev de tamam. Plan 4 gün önde. Bu sunumun büyük kısmı canlı demo — slaytlar kısa.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Dört görevin özeti; sağdaki kart haftanın tek tasarım kararı: v2 revizyonu. Georgia yerine Lora geldi, palet tazelendi, demo eklendi. Ayrıntı sorulursa: tüm renkler tokens.css'te.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Sunumun kalbi bu: tarayıcıya geç, akışı sırayla gez. Katman düğmelerine mutlaka tıkla. Telefonu önceden bağla, adres hazır olsun. 15 dk sınırının ~8 dakikası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Kapanış: hafta 3 içerik haftası, sonuna kadar 'içerik tamam' hedefi. Süpervizörden tek ihtiyaç salı metin redaksiyonu. Soru: mockup varyantlarında öncelik?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24232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94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CBS TANITIM SITESI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DFB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Sunum #2 — İskelet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Hafta 2  ·  31 Ağustos – 4 Eylül  ·  Nuhser Atala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HAFTA HEDEFI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Localhost'ta gezilebilir site iskeleti: üç sayfa, ortak navigasyon, gerçek koda dökülmüş onaylı tasarım. Dört görev tamamlandı — plan yaklaşık dört gün önde ilerliyor.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595360" y="2651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DURUM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95360" y="2999232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0A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95360" y="29992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TAMAM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892040"/>
            <a:ext cx="2615184" cy="1234440"/>
          </a:xfrm>
          <a:prstGeom prst="roundRect">
            <a:avLst>
              <a:gd name="adj" fmla="val 6667"/>
            </a:avLst>
          </a:prstGeom>
          <a:solidFill>
            <a:srgbClr val="124232"/>
          </a:solidFill>
          <a:ln w="12700">
            <a:solidFill>
              <a:srgbClr val="3A5F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54589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DFB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Astro Kurulumu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56432" y="4892040"/>
            <a:ext cx="2615184" cy="1234440"/>
          </a:xfrm>
          <a:prstGeom prst="roundRect">
            <a:avLst>
              <a:gd name="adj" fmla="val 6667"/>
            </a:avLst>
          </a:prstGeom>
          <a:solidFill>
            <a:srgbClr val="124232"/>
          </a:solidFill>
          <a:ln w="12700">
            <a:solidFill>
              <a:srgbClr val="3A5F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21024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621024" y="54589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DFB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 Sayfa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DFB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(Hero + Kartlar)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72784" y="4892040"/>
            <a:ext cx="2615184" cy="1234440"/>
          </a:xfrm>
          <a:prstGeom prst="roundRect">
            <a:avLst>
              <a:gd name="adj" fmla="val 6667"/>
            </a:avLst>
          </a:prstGeom>
          <a:solidFill>
            <a:srgbClr val="124232"/>
          </a:solidFill>
          <a:ln w="12700">
            <a:solidFill>
              <a:srgbClr val="3A5F4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37376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54589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DFB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Ortak İskelet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DFB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(Nav + Footer + Bant)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89136" y="4892040"/>
            <a:ext cx="2615184" cy="1234440"/>
          </a:xfrm>
          <a:prstGeom prst="roundRect">
            <a:avLst>
              <a:gd name="adj" fmla="val 6667"/>
            </a:avLst>
          </a:prstGeom>
          <a:solidFill>
            <a:srgbClr val="124232"/>
          </a:solidFill>
          <a:ln w="12700">
            <a:solidFill>
              <a:srgbClr val="3A5F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53728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253728" y="54589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DFB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Özellikler Sayfası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GÖREVLER 1–4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 Ne Yapıldı?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858000" cy="1115568"/>
          </a:xfrm>
          <a:prstGeom prst="roundRect">
            <a:avLst>
              <a:gd name="adj" fmla="val 7377"/>
            </a:avLst>
          </a:prstGeom>
          <a:solidFill>
            <a:srgbClr val="FFFDF8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3911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3EF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9280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Astro kurulumu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24028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Üç sayfa rotası, ortak Layout, tokens.css bağlandı; npm run dev / build çalışıyor.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587752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6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src/pages · src/layouts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990088"/>
            <a:ext cx="6858000" cy="1115568"/>
          </a:xfrm>
          <a:prstGeom prst="roundRect">
            <a:avLst>
              <a:gd name="adj" fmla="val 7377"/>
            </a:avLst>
          </a:prstGeom>
          <a:solidFill>
            <a:srgbClr val="FFFDF8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461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3EF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09981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 + mesaj kartları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47288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Onaylı taslak gerçek koda döküldü; 6 değer önerisi veriden geliyor.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79476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6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Hero.astro · MesajKartlari.astro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4197096"/>
            <a:ext cx="6858000" cy="1115568"/>
          </a:xfrm>
          <a:prstGeom prst="roundRect">
            <a:avLst>
              <a:gd name="adj" fmla="val 7377"/>
            </a:avLst>
          </a:prstGeom>
          <a:solidFill>
            <a:srgbClr val="FFFDF8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45312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3EF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453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30682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Ortak iskelet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4654296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 (aktif sayfa vurgusu), Footer, “Rakamlarla CBS” bandı (2×2 → 4'lü).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5001768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6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· Footer · RakamBandi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5404104"/>
            <a:ext cx="6858000" cy="1115568"/>
          </a:xfrm>
          <a:prstGeom prst="roundRect">
            <a:avLst>
              <a:gd name="adj" fmla="val 7377"/>
            </a:avLst>
          </a:prstGeom>
          <a:solidFill>
            <a:srgbClr val="FFFDF8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566013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3EFE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6601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551383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Özellikler sayfası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586130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bölüm iskeleti zigzag düzende; ana sayfadan çapa linkleri.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6208776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6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ozellikler.astro · ozellikler.js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818120" y="1783080"/>
            <a:ext cx="3749040" cy="4590288"/>
          </a:xfrm>
          <a:prstGeom prst="roundRect">
            <a:avLst>
              <a:gd name="adj" fmla="val 2927"/>
            </a:avLst>
          </a:prstGeom>
          <a:solidFill>
            <a:srgbClr val="0E352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138160" y="20574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TASARIM DİLİ V2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138160" y="23957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Çarşamba onaylanan bölüm taslağıyla palet ve fontlar güncellendi: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3063240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F6F2E8"/>
          </a:solidFill>
          <a:ln w="9525">
            <a:solidFill>
              <a:srgbClr val="3A5F4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41080" y="302666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FB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Krem zemin  </a:t>
            </a:r>
            <a:pPr indent="0" marL="0">
              <a:buNone/>
            </a:pPr>
            <a:r>
              <a:rPr lang="en-US" sz="100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#F6F2E8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38160" y="3538728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1E6B4E"/>
          </a:solidFill>
          <a:ln w="9525">
            <a:solidFill>
              <a:srgbClr val="3A5F4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41080" y="350215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FB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Marka yeşili — sadece vurgu  </a:t>
            </a:r>
            <a:pPr indent="0" marL="0">
              <a:buNone/>
            </a:pPr>
            <a:r>
              <a:rPr lang="en-US" sz="100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#1E6B4E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38160" y="4014216"/>
            <a:ext cx="384048" cy="310896"/>
          </a:xfrm>
          <a:prstGeom prst="roundRect">
            <a:avLst>
              <a:gd name="adj" fmla="val 20588"/>
            </a:avLst>
          </a:prstGeom>
          <a:solidFill>
            <a:srgbClr val="F0A93F"/>
          </a:solidFill>
          <a:ln w="9525">
            <a:solidFill>
              <a:srgbClr val="3A5F4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41080" y="39776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DFB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Amber eylem  </a:t>
            </a:r>
            <a:pPr indent="0" marL="0">
              <a:buNone/>
            </a:pPr>
            <a:r>
              <a:rPr lang="en-US" sz="100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#F0A93F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138160" y="461772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Lora (başlık) + Figtree (gövde) — yerel woff2, CDN yok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Gölge yerine 1px çerçeve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Kartta interaktif katman demosu (su · imar · numarataj)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CANLI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Akışı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309360" cy="969264"/>
          </a:xfrm>
          <a:prstGeom prst="roundRect">
            <a:avLst>
              <a:gd name="adj" fmla="val 8491"/>
            </a:avLst>
          </a:prstGeom>
          <a:solidFill>
            <a:srgbClr val="FFFDF8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84832"/>
            <a:ext cx="457200" cy="457200"/>
          </a:xfrm>
          <a:prstGeom prst="ellipse">
            <a:avLst/>
          </a:prstGeom>
          <a:solidFill>
            <a:srgbClr val="1E6B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B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5681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 sayfa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0428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 → mesaj kartları → koyu karttaki katman düğmelerine canlı tıklama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907792"/>
            <a:ext cx="6309360" cy="969264"/>
          </a:xfrm>
          <a:prstGeom prst="roundRect">
            <a:avLst>
              <a:gd name="adj" fmla="val 8491"/>
            </a:avLst>
          </a:prstGeom>
          <a:solidFill>
            <a:srgbClr val="FFFDF8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163824"/>
            <a:ext cx="457200" cy="457200"/>
          </a:xfrm>
          <a:prstGeom prst="ellipse">
            <a:avLst/>
          </a:prstGeom>
          <a:solidFill>
            <a:srgbClr val="1E6B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B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0358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Rakam bandı + öne çıkanlar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3832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Placeholder rakamlar (bilinçli) → özellik çapa linkleri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6309360" cy="969264"/>
          </a:xfrm>
          <a:prstGeom prst="roundRect">
            <a:avLst>
              <a:gd name="adj" fmla="val 8491"/>
            </a:avLst>
          </a:prstGeom>
          <a:solidFill>
            <a:srgbClr val="FFFDF8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242816"/>
            <a:ext cx="457200" cy="457200"/>
          </a:xfrm>
          <a:prstGeom prst="ellipse">
            <a:avLst/>
          </a:prstGeom>
          <a:solidFill>
            <a:srgbClr val="1E6B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B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1148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Özellikler sayfası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46227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bölüm zigzag iskeleti — içerik 3. haftada dolacak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065776"/>
            <a:ext cx="6309360" cy="969264"/>
          </a:xfrm>
          <a:prstGeom prst="roundRect">
            <a:avLst>
              <a:gd name="adj" fmla="val 8491"/>
            </a:avLst>
          </a:prstGeom>
          <a:solidFill>
            <a:srgbClr val="FFFDF8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5321808"/>
            <a:ext cx="457200" cy="457200"/>
          </a:xfrm>
          <a:prstGeom prst="ellipse">
            <a:avLst/>
          </a:prstGeom>
          <a:solidFill>
            <a:srgbClr val="1E6B4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B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19379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Telefondan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54126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Aynı sayfalar gerçek telefonda, aynı Wi-Fi üzerinden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69480" y="1828800"/>
            <a:ext cx="4297680" cy="3291840"/>
          </a:xfrm>
          <a:prstGeom prst="roundRect">
            <a:avLst>
              <a:gd name="adj" fmla="val 3333"/>
            </a:avLst>
          </a:prstGeom>
          <a:solidFill>
            <a:srgbClr val="0E3527"/>
          </a:solidFill>
          <a:ln/>
        </p:spPr>
      </p:sp>
      <p:sp>
        <p:nvSpPr>
          <p:cNvPr id="25" name="Shape 23"/>
          <p:cNvSpPr/>
          <p:nvPr/>
        </p:nvSpPr>
        <p:spPr>
          <a:xfrm>
            <a:off x="7543800" y="210312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10261D"/>
          </a:solidFill>
          <a:ln w="12700">
            <a:solidFill>
              <a:srgbClr val="3A5F4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7772400" y="2560320"/>
            <a:ext cx="3108960" cy="1005840"/>
          </a:xfrm>
          <a:prstGeom prst="line">
            <a:avLst/>
          </a:prstGeom>
          <a:noFill/>
          <a:ln w="31750">
            <a:solidFill>
              <a:srgbClr val="6FBFC4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8321040" y="2377440"/>
            <a:ext cx="777240" cy="502920"/>
          </a:xfrm>
          <a:prstGeom prst="roundRect">
            <a:avLst>
              <a:gd name="adj" fmla="val 7273"/>
            </a:avLst>
          </a:prstGeom>
          <a:solidFill>
            <a:srgbClr val="96D6B2">
              <a:alpha val="25000"/>
            </a:srgbClr>
          </a:solidFill>
          <a:ln w="12700">
            <a:solidFill>
              <a:srgbClr val="96D6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0" y="3108960"/>
            <a:ext cx="777240" cy="502920"/>
          </a:xfrm>
          <a:prstGeom prst="roundRect">
            <a:avLst>
              <a:gd name="adj" fmla="val 7273"/>
            </a:avLst>
          </a:prstGeom>
          <a:solidFill>
            <a:srgbClr val="96D6B2">
              <a:alpha val="25000"/>
            </a:srgbClr>
          </a:solidFill>
          <a:ln w="12700">
            <a:solidFill>
              <a:srgbClr val="96D6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96528" y="2788920"/>
            <a:ext cx="274320" cy="274320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30" name="Shape 28"/>
          <p:cNvSpPr/>
          <p:nvPr/>
        </p:nvSpPr>
        <p:spPr>
          <a:xfrm>
            <a:off x="7543800" y="4315968"/>
            <a:ext cx="1207008" cy="384048"/>
          </a:xfrm>
          <a:prstGeom prst="roundRect">
            <a:avLst>
              <a:gd name="adj" fmla="val 50000"/>
            </a:avLst>
          </a:prstGeom>
          <a:solidFill>
            <a:srgbClr val="124232"/>
          </a:solidFill>
          <a:ln w="12700">
            <a:solidFill>
              <a:srgbClr val="3A5F4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53528" y="4443984"/>
            <a:ext cx="128016" cy="128016"/>
          </a:xfrm>
          <a:prstGeom prst="ellipse">
            <a:avLst/>
          </a:prstGeom>
          <a:solidFill>
            <a:srgbClr val="6FBFC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99832" y="4315968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 hattı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842248" y="4315968"/>
            <a:ext cx="1207008" cy="384048"/>
          </a:xfrm>
          <a:prstGeom prst="roundRect">
            <a:avLst>
              <a:gd name="adj" fmla="val 50000"/>
            </a:avLst>
          </a:prstGeom>
          <a:solidFill>
            <a:srgbClr val="124232"/>
          </a:solidFill>
          <a:ln w="12700">
            <a:solidFill>
              <a:srgbClr val="3A5F4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51976" y="4443984"/>
            <a:ext cx="128016" cy="128016"/>
          </a:xfrm>
          <a:prstGeom prst="ellipse">
            <a:avLst/>
          </a:prstGeom>
          <a:solidFill>
            <a:srgbClr val="96D6B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098280" y="4315968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İmar parselleri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140696" y="4315968"/>
            <a:ext cx="1207008" cy="384048"/>
          </a:xfrm>
          <a:prstGeom prst="roundRect">
            <a:avLst>
              <a:gd name="adj" fmla="val 50000"/>
            </a:avLst>
          </a:prstGeom>
          <a:solidFill>
            <a:srgbClr val="124232"/>
          </a:solidFill>
          <a:ln w="12700">
            <a:solidFill>
              <a:srgbClr val="3A5F4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50424" y="4443984"/>
            <a:ext cx="128016" cy="128016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396728" y="4315968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Numarataj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7543800" y="4736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Katman demosu — sunumda canlı gösterilecek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0080" y="6172200"/>
            <a:ext cx="10927080" cy="475488"/>
          </a:xfrm>
          <a:prstGeom prst="roundRect">
            <a:avLst>
              <a:gd name="adj" fmla="val 15385"/>
            </a:avLst>
          </a:prstGeom>
          <a:solidFill>
            <a:srgbClr val="E3EFE8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68680" y="6172200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Telefon demosu:  </a:t>
            </a:r>
            <a:pPr indent="0" marL="0">
              <a:buNone/>
            </a:pPr>
            <a:r>
              <a:rPr lang="en-US" sz="1100" b="1" dirty="0">
                <a:solidFill>
                  <a:srgbClr val="1E6B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 -- --host</a:t>
            </a:r>
            <a:pPr indent="0" marL="0">
              <a:buNone/>
            </a:pPr>
            <a:r>
              <a:rPr lang="en-US" sz="11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→  terminaldeki Network adresi telefonun tarayıcısına yazılır (aynı Wi-Fi)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HAFTA 3 · 7–11 EYLÜL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Gelecek Hafta — İçerik &amp; Mockup'lar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949440" cy="603504"/>
          </a:xfrm>
          <a:prstGeom prst="roundRect">
            <a:avLst>
              <a:gd name="adj" fmla="val 12121"/>
            </a:avLst>
          </a:prstGeom>
          <a:solidFill>
            <a:srgbClr val="FFFDF8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Pzt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828800"/>
            <a:ext cx="5806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CbsMockup bileşeni — harita alanı + katman paneli (ilk varyant)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542032"/>
            <a:ext cx="6949440" cy="603504"/>
          </a:xfrm>
          <a:prstGeom prst="roundRect">
            <a:avLst>
              <a:gd name="adj" fmla="val 12121"/>
            </a:avLst>
          </a:prstGeom>
          <a:solidFill>
            <a:srgbClr val="FFFDF8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542032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542032"/>
            <a:ext cx="5806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Mockup varyantları + özellik metinleri taslağı → süpervizör redaksiyonuna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55264"/>
            <a:ext cx="6949440" cy="603504"/>
          </a:xfrm>
          <a:prstGeom prst="roundRect">
            <a:avLst>
              <a:gd name="adj" fmla="val 12121"/>
            </a:avLst>
          </a:prstGeom>
          <a:solidFill>
            <a:srgbClr val="FFFDF8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255264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Çar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255264"/>
            <a:ext cx="5806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Rakam bandı ve TUCBS bölümü son hâli; AI görseller (WebP, &lt;200 KB)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68496"/>
            <a:ext cx="6949440" cy="603504"/>
          </a:xfrm>
          <a:prstGeom prst="roundRect">
            <a:avLst>
              <a:gd name="adj" fmla="val 12121"/>
            </a:avLst>
          </a:prstGeom>
          <a:solidFill>
            <a:srgbClr val="FFFDF8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968496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3968496"/>
            <a:ext cx="5806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Hakkında / İletişim sayfası; kalan görseller + tampon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681728"/>
            <a:ext cx="6949440" cy="603504"/>
          </a:xfrm>
          <a:prstGeom prst="roundRect">
            <a:avLst>
              <a:gd name="adj" fmla="val 12121"/>
            </a:avLst>
          </a:prstGeom>
          <a:solidFill>
            <a:srgbClr val="FFFDF8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681728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681728"/>
            <a:ext cx="5806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Lorem/boş kutu taraması, prova — 15.00 Sunum #3 (içerik tamam kapısı)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09560" y="1828800"/>
            <a:ext cx="3657600" cy="3566160"/>
          </a:xfrm>
          <a:prstGeom prst="roundRect">
            <a:avLst>
              <a:gd name="adj" fmla="val 3077"/>
            </a:avLst>
          </a:prstGeom>
          <a:solidFill>
            <a:srgbClr val="0E352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83880" y="2103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ENGELLER &amp; İHTİYAÇLAR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251460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DFB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Engel: yok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yaklaşık dört gün önde ilerliyor.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DFB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İhtiyaç: metin redaksiyonu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Salı günü özellik metinleri taslak olarak gelecek; 24 saat içinde dönüş içerik onay kapısını açıyor.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DFB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Not: rakamlar bilinçli placeholder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Gerçek değerler sprint sonunda tek dosyadan (src/data/rakamlar.js) girilecek.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2026-08-27T22:57:48Z</dcterms:created>
  <dcterms:modified xsi:type="dcterms:W3CDTF">2026-08-27T22:57:48Z</dcterms:modified>
</cp:coreProperties>
</file>