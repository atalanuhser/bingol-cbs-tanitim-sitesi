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Açılış: hafta hedefi 'içerik tamam'dı — ulaşıldı. Dört iş bitti, metinler değişikliksiz onaylandı. Plan hâlâ önde; bu sunumun büyük kısmı yine canlı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işin özeti solda; sağdaki kart haftanın iki kritik sonucu: metin onayı geldi (değişiklik yok) ve yer tutucu taraması temiz. Hero görseli sorulursa: temsili AI görsel, içindeki rakamlar temsilidir.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Sunumun kalbi: tarayıcıya geç, akışı sırayla gez. Katman düğmelerine ve SSS kutularına mutlaka canlı tıkla. Telefonu önceden hotspot'a bağla, adres hazır olsun. ~8 dakika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Kapanış: hafta 4'te yeni özellik yok, sadece kalite. Süpervizörden tek ihtiyaç yayın tercihi — workers.dev deneme adresi gösterilebilir. Soru bekle: Lighthouse hedefi ve tarayıcı listesi.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5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9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CBS TANITIM SITESI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E7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Sunum #3 — </a:t>
            </a:r>
            <a:pPr indent="0" marL="0">
              <a:buNone/>
            </a:pPr>
            <a:r>
              <a:rPr lang="en-US" sz="4000" b="1" i="1" dirty="0">
                <a:solidFill>
                  <a:srgbClr val="96D6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İçerik Tamam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Hafta 3  ·  7–11 Eylül  ·  Nuhser Atala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1242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9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HAFTA HEDEFİ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17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İçerik tamam: üç sayfa da gerçek metin ve mockup'larla dolu, hiçbir yer tutucu kalmadı. Özellik metinleri süpervizör redaksiyonundan değişikliksiz onaylandı — içerik onay kapısı kapandı.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C4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DURUM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60704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96D6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24232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4892040"/>
            <a:ext cx="384048" cy="384048"/>
          </a:xfrm>
          <a:prstGeom prst="ellipse">
            <a:avLst/>
          </a:prstGeom>
          <a:solidFill>
            <a:srgbClr val="F0A9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5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394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Mockup Varyantları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715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(3/3 sitede)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9000" y="4663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24232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0" y="4892040"/>
            <a:ext cx="384048" cy="384048"/>
          </a:xfrm>
          <a:prstGeom prst="ellipse">
            <a:avLst/>
          </a:prstGeom>
          <a:solidFill>
            <a:srgbClr val="F0A9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5760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5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394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TUCBS + Rakam Bandı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5715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(son hâli)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4663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24232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4892040"/>
            <a:ext cx="384048" cy="384048"/>
          </a:xfrm>
          <a:prstGeom prst="ellipse">
            <a:avLst/>
          </a:prstGeom>
          <a:solidFill>
            <a:srgbClr val="F0A9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5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394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Hakkında / İletişim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5715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(+ hero görseli)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06840" y="46634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24232"/>
          </a:solidFill>
          <a:ln/>
        </p:spPr>
      </p:sp>
      <p:sp>
        <p:nvSpPr>
          <p:cNvPr id="26" name="Shape 24"/>
          <p:cNvSpPr/>
          <p:nvPr/>
        </p:nvSpPr>
        <p:spPr>
          <a:xfrm>
            <a:off x="9235440" y="4892040"/>
            <a:ext cx="384048" cy="384048"/>
          </a:xfrm>
          <a:prstGeom prst="ellipse">
            <a:avLst/>
          </a:prstGeom>
          <a:solidFill>
            <a:srgbClr val="F0A93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23544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5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235440" y="5394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SSS + Yol Haritası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5715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(tarih vaadi yok)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GÖREVLER 1–4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 Ne Yapıldı?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E3EF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6362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mockup varyantı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8366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Katman paneli, öznitelik kartı ve genel görünüm — 6 özellik bölümünün 6'sında gerçek mockup.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4231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6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CbsMockup.astro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384048" cy="384048"/>
          </a:xfrm>
          <a:prstGeom prst="ellipse">
            <a:avLst/>
          </a:prstGeom>
          <a:solidFill>
            <a:srgbClr val="E3EFE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77063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TUCBS + rakam bandı son hâli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09067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veri teması çipi; rakam bandı değerleri marka yeşili (placeholder — bilinçli).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3016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6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ozellikler.js · rakamlar.js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014216"/>
            <a:ext cx="384048" cy="384048"/>
          </a:xfrm>
          <a:prstGeom prst="ellipse">
            <a:avLst/>
          </a:prstGeom>
          <a:solidFill>
            <a:srgbClr val="E3EF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9776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Hakkında / İletişim sayfası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2976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Kontur görseli, 3 paragraf tanıtım, çapalı iletişim kartı; hero'ya AI kent görseli.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83717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6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hakkinda.astro · hakkinda.js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5221224"/>
            <a:ext cx="384048" cy="384048"/>
          </a:xfrm>
          <a:prstGeom prst="ellipse">
            <a:avLst/>
          </a:prstGeom>
          <a:solidFill>
            <a:srgbClr val="E3EF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18464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SSS + yol haritası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50468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soru (JS'siz açılır kutular) + 4 madde 'Yakında / Planlanıyor' dilinde.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604418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6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hakkinda.js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1600200"/>
            <a:ext cx="4325112" cy="4663440"/>
          </a:xfrm>
          <a:prstGeom prst="roundRect">
            <a:avLst>
              <a:gd name="adj" fmla="val 2537"/>
            </a:avLst>
          </a:prstGeom>
          <a:solidFill>
            <a:srgbClr val="1242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54380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93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İÇERİK ONAY KAPISI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224028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EDE7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Metinler 4 Eylül'de süpervizör tarafından değişikliksiz onaylandı.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7543800" y="3346704"/>
            <a:ext cx="128016" cy="128016"/>
          </a:xfrm>
          <a:prstGeom prst="ellipse">
            <a:avLst/>
          </a:prstGeom>
          <a:solidFill>
            <a:srgbClr val="96D6B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818120" y="3291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Lorem / yer tutucu: temiz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543800" y="3822192"/>
            <a:ext cx="128016" cy="128016"/>
          </a:xfrm>
          <a:prstGeom prst="ellipse">
            <a:avLst/>
          </a:prstGeom>
          <a:solidFill>
            <a:srgbClr val="96D6B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818120" y="37673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Kırık iç link: 0 (3 sayfa tarandı)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43800" y="4297680"/>
            <a:ext cx="128016" cy="128016"/>
          </a:xfrm>
          <a:prstGeom prst="ellipse">
            <a:avLst/>
          </a:prstGeom>
          <a:solidFill>
            <a:srgbClr val="96D6B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818120" y="424281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Konsol hatası: yok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543800" y="4773168"/>
            <a:ext cx="128016" cy="128016"/>
          </a:xfrm>
          <a:prstGeom prst="ellipse">
            <a:avLst/>
          </a:prstGeom>
          <a:solidFill>
            <a:srgbClr val="96D6B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818120" y="471830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375 px: yatay taşma yok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543800" y="5248656"/>
            <a:ext cx="128016" cy="128016"/>
          </a:xfrm>
          <a:prstGeom prst="ellipse">
            <a:avLst/>
          </a:prstGeom>
          <a:solidFill>
            <a:srgbClr val="96D6B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818120" y="51937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Görseller WebP, hepsi &lt; 200 KB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543800" y="5760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C4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Gün 15 taraması — sunum öncesi son kontrol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CANLI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Akışı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E3EF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093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 sayfa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09344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Yeni hero görseli → koyu karttaki katman düğmelerine canlı tıklama → kapanış CTA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E3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69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Özellikler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569464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bölümün 6'sında mockup: katman paneli, öznitelik kartı, arama + durum çubuğu; TUCBS çipleri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E3EF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5295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Hakkında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529584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Tanıtım → SSS açılır kutuları (canlı tıklama) → yol haritası → iletişim çapası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E3EF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4897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Telefondan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4489704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Aynı sayfalar gerçek telefonda — kişisel erişim noktası (hotspot) üzerinden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1242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5961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Telefon demosu:  </a:t>
            </a:r>
            <a:pPr indent="0" marL="0">
              <a:buNone/>
            </a:pPr>
            <a:r>
              <a:rPr lang="en-US" sz="1200" dirty="0">
                <a:solidFill>
                  <a:srgbClr val="B8C4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hotspot aç → </a:t>
            </a:r>
            <a:pPr indent="0" marL="0">
              <a:buNone/>
            </a:pPr>
            <a:r>
              <a:rPr lang="en-US" sz="1200" dirty="0">
                <a:solidFill>
                  <a:srgbClr val="96D6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 -- --host</a:t>
            </a:r>
            <a:pPr indent="0" marL="0">
              <a:buNone/>
            </a:pPr>
            <a:r>
              <a:rPr lang="en-US" sz="1200" dirty="0">
                <a:solidFill>
                  <a:srgbClr val="B8C4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Network adresi telefonda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59893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Deneme yayını:  </a:t>
            </a:r>
            <a:pPr indent="0" marL="0">
              <a:buNone/>
            </a:pPr>
            <a:r>
              <a:rPr lang="en-US" sz="1200" dirty="0">
                <a:solidFill>
                  <a:srgbClr val="B8C4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Cloudflare Workers'ta — teslim günü yayın tek komut: </a:t>
            </a:r>
            <a:pPr indent="0" marL="0">
              <a:buNone/>
            </a:pPr>
            <a:r>
              <a:rPr lang="en-US" sz="1200" dirty="0">
                <a:solidFill>
                  <a:srgbClr val="96D6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wrangler deploy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HAFTA 4 · 14–18 EYLÜL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Gelecek Hafta — Cila &amp; Teslim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E3EF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Pzt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0020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Tarayıcı/cihaz testleri: Chrome + Firefox + Safari × telefon/masaüstü — önce listele, sonra düzelt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487168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E3EF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8716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441448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build + Lighthouse (mobil): Performans/Erişilebilirlik/SEO ≥ 90 hedefi; görsel denetimi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28416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E3EF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328416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Çar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282696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Erişilebilirlik (kontrast, Tab, odak halkası) + SEO/OG etiketleri + Türkçe yazım son geçişi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169664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E3EF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16966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123944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 (kurulum, içerik güncelleme, manuel yayın adımları) + final sunum provası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010912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E3EF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01091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965192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Manuel yayın (wrangler deploy) — 15.00 Final Sunum (#4) + retrospektif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0" y="1645920"/>
            <a:ext cx="3959352" cy="4526280"/>
          </a:xfrm>
          <a:prstGeom prst="roundRect">
            <a:avLst>
              <a:gd name="adj" fmla="val 2771"/>
            </a:avLst>
          </a:prstGeom>
          <a:solidFill>
            <a:srgbClr val="FFFDF8"/>
          </a:solidFill>
          <a:ln w="12700">
            <a:solidFill>
              <a:srgbClr val="DDD8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956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6B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ENGELLER &amp; İHTİYAÇLAR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Engel: yok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262432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İçerik kapısı kapandı; 4. haftaya yalnızca test/cila kaldı.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İhtiyaç: yayın tercihi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390448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Deneme yayını workers.dev adresinde hazır. Kalıcı adres (alan adı / VPS) kararı süpervizörde; karar gelmezse site 'yayına hazır' teslim edilir.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4892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4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Not: rakamlar placeholder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518464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750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Bilinçli — gerçek değerler tek dosyadan (src/data/rakamlar.js) girilecek.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2026-09-06T21:11:37Z</dcterms:created>
  <dcterms:modified xsi:type="dcterms:W3CDTF">2026-09-06T21:11:37Z</dcterms:modified>
</cp:coreProperties>
</file>