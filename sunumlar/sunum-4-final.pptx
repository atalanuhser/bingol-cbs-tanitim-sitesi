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Açılış: tek cümlelik sonuç — site hazır ve canlıda. Dört haftanın yayı: karar, iskelet, içerik, cila. Plan boyunca ~4 gün önde gidildi; tüm kapılar (tasarım, iskelet, içerik) zamanında onaylandı.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Rakamlar ezber değil ölçüm: Lighthouse canlı adres üzerinden koşuldu. İki optimizasyon anlatılabilir: CSS'in HTML'e gömülmesi (performans 87→98) ve mockup kontrast düzeltmesi (erişilebilirlik 96→100).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Demoyu canlı adresten yap — 'yayına hazır' iddiasının kanıtı. Katman düğmeleri ve SSS'de canlı tıklama. İnternet riskine karşı localhost açık dursun.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Kapanış mesajı: proje devredilebilir durumda — README + tek-dosya içerik düzeni sayesinde teknik olmayan biri de güncelleyebilir. Tek açık karar kalıcı adres. Teşekkür + soru-cevap; retrospektif sorulursa: plan önde gitti, onay kapıları işledi, en zorlayıcı kısım tasarım dilinin oturtulmasıydı.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94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A9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CBS TANITIM SITESI · STAJ TESLIMI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DE7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Sunum — </a:t>
            </a:r>
            <a:pPr indent="0" marL="0">
              <a:buNone/>
            </a:pPr>
            <a:r>
              <a:rPr lang="en-US" sz="4000" b="1" i="1" dirty="0">
                <a:solidFill>
                  <a:srgbClr val="96D6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Site Yayına Hazır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Hafta 4  ·  18 Eylül  ·  Nuhser Atala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10908792" cy="1371600"/>
          </a:xfrm>
          <a:prstGeom prst="roundRect">
            <a:avLst>
              <a:gd name="adj" fmla="val 8000"/>
            </a:avLst>
          </a:prstGeom>
          <a:solidFill>
            <a:srgbClr val="1242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A9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SONUÇ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175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DE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Üç sayfalık CBS tanıtım sitesi 4 haftada tasarlandı, geliştirildi ve yayına hazır hâle getirildi. İçerik süpervizör onaylı, kalite hedeflerinin tamamı ölçülüp karşılandı, deneme yayını canlıda.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C4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HAFTA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46634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124232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4892040"/>
            <a:ext cx="384048" cy="384048"/>
          </a:xfrm>
          <a:prstGeom prst="ellipse">
            <a:avLst/>
          </a:prstGeom>
          <a:solidFill>
            <a:srgbClr val="F0A9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882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5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394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E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Keşif &amp; Tasarım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5715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araştırma → onaylı görsel yön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29000" y="46634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124232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0" y="4892040"/>
            <a:ext cx="384048" cy="384048"/>
          </a:xfrm>
          <a:prstGeom prst="ellipse">
            <a:avLst/>
          </a:prstGeom>
          <a:solidFill>
            <a:srgbClr val="F0A93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0" y="4882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5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5394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E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İskelet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5715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sayfa, ortak yapı, v2 dili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46634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124232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4892040"/>
            <a:ext cx="384048" cy="384048"/>
          </a:xfrm>
          <a:prstGeom prst="ellipse">
            <a:avLst/>
          </a:prstGeom>
          <a:solidFill>
            <a:srgbClr val="F0A93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4882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5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5394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E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İçerik &amp; Mockup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5715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onaylı metinler, 3 varyant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006840" y="46634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124232"/>
          </a:solidFill>
          <a:ln/>
        </p:spPr>
      </p:sp>
      <p:sp>
        <p:nvSpPr>
          <p:cNvPr id="25" name="Shape 23"/>
          <p:cNvSpPr/>
          <p:nvPr/>
        </p:nvSpPr>
        <p:spPr>
          <a:xfrm>
            <a:off x="9235440" y="4892040"/>
            <a:ext cx="384048" cy="384048"/>
          </a:xfrm>
          <a:prstGeom prst="ellipse">
            <a:avLst/>
          </a:prstGeom>
          <a:solidFill>
            <a:srgbClr val="F0A93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235440" y="4882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5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235440" y="5394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E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Cila &amp; Teslim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9235440" y="5715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test, Lighthouse, SEO, yayın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6B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KALITE KARNESI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Hedefler Ölçüldü, Karşılandı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DF8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6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06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260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6D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 sayfa · mobil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160020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DF8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7830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6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606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Erişilebilirlik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9260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6D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sayfada da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DF8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7830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6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606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İyi Uygulamalar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9260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6D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sayfada da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06840" y="160020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DF8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06840" y="17830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6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006840" y="2606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006840" y="29260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6D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sayfada da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5204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6D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Lighthouse (mobil) · hedef ≥ 90 · en düşük performans skoru 95 (Hakkında)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187952"/>
            <a:ext cx="146304" cy="146304"/>
          </a:xfrm>
          <a:prstGeom prst="ellipse">
            <a:avLst/>
          </a:prstGeom>
          <a:solidFill>
            <a:srgbClr val="1E6B4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0120" y="41148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Chrome + Firefox + telefonda gezildi; 375px'te yatay kaydırma yok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4187952"/>
            <a:ext cx="146304" cy="146304"/>
          </a:xfrm>
          <a:prstGeom prst="ellipse">
            <a:avLst/>
          </a:prstGeom>
          <a:solidFill>
            <a:srgbClr val="1E6B4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37960" y="41148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Klavyeyle tüm linkler gezilebilir, odak halkası görünür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846320"/>
            <a:ext cx="146304" cy="146304"/>
          </a:xfrm>
          <a:prstGeom prst="ellipse">
            <a:avLst/>
          </a:prstGeom>
          <a:solidFill>
            <a:srgbClr val="1E6B4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0120" y="477316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Konsol hatasız; 3 sayfada kırık iç link 0 (otomatik tarama)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4846320"/>
            <a:ext cx="146304" cy="146304"/>
          </a:xfrm>
          <a:prstGeom prst="ellipse">
            <a:avLst/>
          </a:prstGeom>
          <a:solidFill>
            <a:srgbClr val="1E6B4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37960" y="477316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Kontrast ≥ 4.5:1; her görselde Türkçe alt metni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504688"/>
            <a:ext cx="146304" cy="146304"/>
          </a:xfrm>
          <a:prstGeom prst="ellipse">
            <a:avLst/>
          </a:prstGeom>
          <a:solidFill>
            <a:srgbClr val="1E6B4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0120" y="543153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 sayfada benzersiz title/description + OG kartı (og:locale tr_TR, 1200×630)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0" y="5504688"/>
            <a:ext cx="146304" cy="146304"/>
          </a:xfrm>
          <a:prstGeom prst="ellipse">
            <a:avLst/>
          </a:prstGeom>
          <a:solidFill>
            <a:srgbClr val="1E6B4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537960" y="543153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Görseller WebP &lt; 200 KB; CSS satır içi (FCP 2.5s → 0.9s)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6B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CANLI DEMO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Akışı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E3EF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36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6B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093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Canlı adres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609344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Sunum bu kez localhost'tan değil, gerçek yayın adresinden — herhangi bir cihaz açabilir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384048" cy="384048"/>
          </a:xfrm>
          <a:prstGeom prst="ellipse">
            <a:avLst/>
          </a:prstGeom>
          <a:solidFill>
            <a:srgbClr val="E3EFE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6B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5694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 sayfa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569464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Hero → katman demosuna canlı tıklama → rakam bandı → kapanış CTA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384048" cy="384048"/>
          </a:xfrm>
          <a:prstGeom prst="ellipse">
            <a:avLst/>
          </a:prstGeom>
          <a:solidFill>
            <a:srgbClr val="E3EFE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6B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5295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Özellikler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3529584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bölüm, 3 mockup varyantı, TUCBS veri teması çipleri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526280"/>
            <a:ext cx="384048" cy="384048"/>
          </a:xfrm>
          <a:prstGeom prst="ellipse">
            <a:avLst/>
          </a:prstGeom>
          <a:solidFill>
            <a:srgbClr val="E3EFE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517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6B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4897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Hakkında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4489704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Tanıtım → SSS → yol haritası → iletişim; telefonda da aynı tur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48640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12423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0120" y="559612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Deneme yayını:  </a:t>
            </a:r>
            <a:pPr indent="0" marL="0">
              <a:buNone/>
            </a:pPr>
            <a:r>
              <a:rPr lang="en-US" sz="1200" dirty="0">
                <a:solidFill>
                  <a:srgbClr val="96D6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cbs-tanitim-sitesi.bingol-cbs-tanitim-sitesi.workers.dev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59893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Yedek plan:  </a:t>
            </a:r>
            <a:pPr indent="0" marL="0">
              <a:buNone/>
            </a:pPr>
            <a:r>
              <a:rPr lang="en-US" sz="1200" dirty="0">
                <a:solidFill>
                  <a:srgbClr val="B8C4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internet aksarsa localhost + telefon hotspot yöntemi hazır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6B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DEVIR &amp; KAPANIŞ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Site Nasıl Yaşayacak?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E3EF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36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6B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0934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README depoda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160520" y="1609344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Kurulum, metin/görsel değiştirme (teknik olmayan biri için), yeni bölüm ekleme, yayın adımları — hepsi yazılı.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633472"/>
            <a:ext cx="384048" cy="384048"/>
          </a:xfrm>
          <a:prstGeom prst="ellipse">
            <a:avLst/>
          </a:prstGeom>
          <a:solidFill>
            <a:srgbClr val="E3EFE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6B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59689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Metinler tek yerde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160520" y="2596896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Tüm yazılar src/data/ altında 4 dosyada; kod bilgisi gerekmeden düzenlenir.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621024"/>
            <a:ext cx="384048" cy="384048"/>
          </a:xfrm>
          <a:prstGeom prst="ellipse">
            <a:avLst/>
          </a:prstGeom>
          <a:solidFill>
            <a:srgbClr val="E3EFE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6B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5844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Rakamlar tek dosyada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160520" y="3584448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Placeholder değerler gerçekleriyle yalnızca src/data/rakamlar.js'ten değiştirilecek.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608576"/>
            <a:ext cx="384048" cy="384048"/>
          </a:xfrm>
          <a:prstGeom prst="ellipse">
            <a:avLst/>
          </a:prstGeom>
          <a:solidFill>
            <a:srgbClr val="E3EFE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599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6B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572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Yayın tek komut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160520" y="457200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 run build + npx wrangler deploy — otomasyon yok, kontrol kurumda.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48640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DF8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5779008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Açık karar:  </a:t>
            </a:r>
            <a:pPr indent="0" marL="0">
              <a:buNone/>
            </a:pPr>
            <a:r>
              <a:rPr lang="en-US" sz="125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kalıcı adres (piramittek.com alan adı ya da VPS) — karar kurumda; site her iki yönteme de hazır.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2026-09-06T21:53:11Z</dcterms:created>
  <dcterms:modified xsi:type="dcterms:W3CDTF">2026-09-06T21:53:11Z</dcterms:modified>
</cp:coreProperties>
</file>