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205740"/>
          </a:xfrm>
          <a:prstGeom prst="diamond">
            <a:avLst/>
          </a:prstGeom>
          <a:solidFill>
            <a:srgbClr val="35C4B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0479"/>
            <a:ext cx="457200" cy="205740"/>
          </a:xfrm>
          <a:prstGeom prst="diamond">
            <a:avLst/>
          </a:prstGeom>
          <a:solidFill>
            <a:srgbClr val="EAF3EE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758038"/>
            <a:ext cx="457200" cy="205740"/>
          </a:xfrm>
          <a:prstGeom prst="diamond">
            <a:avLst/>
          </a:prstGeom>
          <a:solidFill>
            <a:srgbClr val="F0A93F">
              <a:alpha val="9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502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 TANITIM SİTESİ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A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Sunum #1 — Keşif &amp; Tasarım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4871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 ·  24–28 Ağustos  ·  Nuhser Atala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HEDEFİ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Mesajı netleştirmek, siteyi tasarlamadan önce ne anlatacağına karar vermek ve tasarım yönünü onaya sunmak.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549640" y="3383280"/>
            <a:ext cx="3063240" cy="960120"/>
          </a:xfrm>
          <a:prstGeom prst="roundRect">
            <a:avLst>
              <a:gd name="adj" fmla="val 11429"/>
            </a:avLst>
          </a:prstGeom>
          <a:solidFill>
            <a:srgbClr val="17604C"/>
          </a:solidFill>
          <a:ln/>
        </p:spPr>
      </p:sp>
      <p:sp>
        <p:nvSpPr>
          <p:cNvPr id="11" name="Text 9"/>
          <p:cNvSpPr/>
          <p:nvPr/>
        </p:nvSpPr>
        <p:spPr>
          <a:xfrm>
            <a:off x="8549640" y="3383280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DURUM  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1A2F28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0292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9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" y="57150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 üretildi ve depoda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43400" y="489204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1A2F28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50292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9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572000" y="57150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mesaj kesinleşti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489204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1A2F28"/>
          </a:solidFill>
          <a:ln/>
        </p:spPr>
      </p:sp>
      <p:sp>
        <p:nvSpPr>
          <p:cNvPr id="19" name="Text 17"/>
          <p:cNvSpPr/>
          <p:nvPr/>
        </p:nvSpPr>
        <p:spPr>
          <a:xfrm>
            <a:off x="8366760" y="50292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9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366760" y="57150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benchmark edildi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Yapılanlar + Canlı Demo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66928" y="1527048"/>
            <a:ext cx="237744" cy="237744"/>
          </a:xfrm>
          <a:prstGeom prst="diamond">
            <a:avLst/>
          </a:prstGeom>
          <a:solidFill>
            <a:srgbClr val="17604C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44168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Araştırma notları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8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 kavramları, TUCBS, MVT, veri kalitesi — kaynaklı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368296"/>
            <a:ext cx="237744" cy="237744"/>
          </a:xfrm>
          <a:prstGeom prst="diamond">
            <a:avLst/>
          </a:prstGeom>
          <a:solidFill>
            <a:srgbClr val="35C4B5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8541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mesaj listesi (6)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8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mesajlar.js — sıralı, açıklamalı, çelişki kontrolünden geçti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209544"/>
            <a:ext cx="237744" cy="237744"/>
          </a:xfrm>
          <a:prstGeom prst="diamond">
            <a:avLst/>
          </a:prstGeom>
          <a:solidFill>
            <a:srgbClr val="F0A93F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2666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(5 site)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8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Netcad KEOS, Mapbox, Felt + 2 belediye KBS örneği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4050792"/>
            <a:ext cx="237744" cy="237744"/>
          </a:xfrm>
          <a:prstGeom prst="diamond">
            <a:avLst/>
          </a:prstGeom>
          <a:solidFill>
            <a:srgbClr val="17604C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86791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haritası + wireframe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8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sayfanın yerleşimi ve başlık hiyerarşisi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" y="4892040"/>
            <a:ext cx="237744" cy="237744"/>
          </a:xfrm>
          <a:prstGeom prst="diamond">
            <a:avLst/>
          </a:prstGeom>
          <a:solidFill>
            <a:srgbClr val="35C4B5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7091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Kalibrasyon sayfası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8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bölümlük duyarlı sayfa (3→2→1 sütun)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5733288"/>
            <a:ext cx="237744" cy="237744"/>
          </a:xfrm>
          <a:prstGeom prst="diamond">
            <a:avLst/>
          </a:prstGeom>
          <a:solidFill>
            <a:srgbClr val="F0A93F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550408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kimlik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8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tokens.css paleti + hero taslağı + logo ve favicon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406640" y="1371600"/>
            <a:ext cx="4206240" cy="4892040"/>
          </a:xfrm>
          <a:prstGeom prst="roundRect">
            <a:avLst>
              <a:gd name="adj" fmla="val 2609"/>
            </a:avLst>
          </a:prstGeom>
          <a:solidFill>
            <a:srgbClr val="10201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0" y="1691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AKIŞI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0" y="2148840"/>
            <a:ext cx="384048" cy="384048"/>
          </a:xfrm>
          <a:prstGeom prst="ellipse">
            <a:avLst/>
          </a:prstGeom>
          <a:solidFill>
            <a:srgbClr val="1A2F28"/>
          </a:solidFill>
          <a:ln w="12700">
            <a:solidFill>
              <a:srgbClr val="35C4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20391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dosyası — sayfa düzenleri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772400" y="2898648"/>
            <a:ext cx="384048" cy="384048"/>
          </a:xfrm>
          <a:prstGeom prst="ellipse">
            <a:avLst/>
          </a:prstGeom>
          <a:solidFill>
            <a:srgbClr val="1A2F28"/>
          </a:solidFill>
          <a:ln w="12700">
            <a:solidFill>
              <a:srgbClr val="35C4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21040" y="2788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mesaj listesi ve sıralama mantığı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0" y="3648456"/>
            <a:ext cx="384048" cy="384048"/>
          </a:xfrm>
          <a:prstGeom prst="ellipse">
            <a:avLst/>
          </a:prstGeom>
          <a:solidFill>
            <a:srgbClr val="1A2F28"/>
          </a:solidFill>
          <a:ln w="12700">
            <a:solidFill>
              <a:srgbClr val="35C4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321040" y="353872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taslağı — masaüstü + mobil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72400" y="4398264"/>
            <a:ext cx="384048" cy="384048"/>
          </a:xfrm>
          <a:prstGeom prst="ellipse">
            <a:avLst/>
          </a:prstGeom>
          <a:solidFill>
            <a:srgbClr val="1A2F28"/>
          </a:solidFill>
          <a:ln w="12700">
            <a:solidFill>
              <a:srgbClr val="35C4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21040" y="428853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Kalibrasyon sayfası — duyarlılık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772400" y="5148072"/>
            <a:ext cx="384048" cy="384048"/>
          </a:xfrm>
          <a:prstGeom prst="ellipse">
            <a:avLst/>
          </a:prstGeom>
          <a:solidFill>
            <a:srgbClr val="1A2F28"/>
          </a:solidFill>
          <a:ln w="12700">
            <a:solidFill>
              <a:srgbClr val="35C4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5148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321040" y="503834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seçenekleri ve seçilen işaret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772400" y="58704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Tümü tarayıcıda canlı gösterilecek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 Öğrendim · Neyi Farklı Yapardım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0" cy="484632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A24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7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ÖĞRENDİM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01168" cy="201168"/>
          </a:xfrm>
          <a:prstGeom prst="diamond">
            <a:avLst/>
          </a:prstGeom>
          <a:solidFill>
            <a:srgbClr val="35C4B5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103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TUCBS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8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Ulusal coğrafi veri standardı; 32 veri teması var — "uyumluluk" mesajımızın dayanağı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273552"/>
            <a:ext cx="201168" cy="201168"/>
          </a:xfrm>
          <a:prstGeom prst="diamond">
            <a:avLst/>
          </a:prstGeom>
          <a:solidFill>
            <a:srgbClr val="35C4B5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3090672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 karo (MVT)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8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 karodan 5–10× küçük; çizim tarayıcıda — "hızlı harita" iddiası ölçülebilir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4261104"/>
            <a:ext cx="201168" cy="201168"/>
          </a:xfrm>
          <a:prstGeom prst="diamond">
            <a:avLst/>
          </a:prstGeom>
          <a:solidFill>
            <a:srgbClr val="35C4B5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4078224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Metaveri &amp; lineage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8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"Veri nereden geldi" sorusunun teknik karşılığı — veri kalitesi mesajının temeli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5248656"/>
            <a:ext cx="201168" cy="201168"/>
          </a:xfrm>
          <a:prstGeom prst="diamond">
            <a:avLst/>
          </a:prstGeom>
          <a:solidFill>
            <a:srgbClr val="35C4B5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5065776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dersi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8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İçeriği JS'e gömülü KBS siteleri arama motoruna görünmüyor — statik HTML kararı doğru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92240" y="1417320"/>
            <a:ext cx="5120640" cy="4846320"/>
          </a:xfrm>
          <a:prstGeom prst="roundRect">
            <a:avLst>
              <a:gd name="adj" fmla="val 2264"/>
            </a:avLst>
          </a:prstGeom>
          <a:solidFill>
            <a:srgbClr val="10201B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0" y="17373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NEYİ FARKLI YAPARDIM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0" y="21945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A9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452360" y="214884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Depoyu ilk iş kurmak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9C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bağlantısı sona kaldı; birleştirme çakışmasıyla uğraştım. Önce iskelet, sonra üretim.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3474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A9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452360" y="342900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turda tek değişiklik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9C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Hero'da aynı anda çok şeyi değiştirmek karşılaştırmayı zorlaştırdı; küçük adım daha hızlı sonuç verdi.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0" y="4754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A9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452360" y="470916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Görsel yönü erken göstermek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9C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Krem zemin + serif kararına geri bildirimle ulaştık — ilk taslağı daha erken paylaşmak zaman kazandırırdı.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205740"/>
          </a:xfrm>
          <a:prstGeom prst="diamond">
            <a:avLst/>
          </a:prstGeom>
          <a:solidFill>
            <a:srgbClr val="35C4B5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0479"/>
            <a:ext cx="457200" cy="205740"/>
          </a:xfrm>
          <a:prstGeom prst="diamond">
            <a:avLst/>
          </a:prstGeom>
          <a:solidFill>
            <a:srgbClr val="EAF3EE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758038"/>
            <a:ext cx="457200" cy="205740"/>
          </a:xfrm>
          <a:prstGeom prst="diamond">
            <a:avLst/>
          </a:prstGeom>
          <a:solidFill>
            <a:srgbClr val="F0A93F">
              <a:alpha val="9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4114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Gelecek Hafta — İskelet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 ·  31 Ağustos – 4 Eylül  ·  hedef: localhost'ta gezilebilir site iskeleti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1A2F28"/>
          </a:solidFill>
          <a:ln w="9525">
            <a:solidFill>
              <a:srgbClr val="35C4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Pzt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554480" y="201168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kurulumu, Layout.astro, yerel latin-ext fontlar, 3 boş sayfa rotası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807208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1A2F28"/>
          </a:solidFill>
          <a:ln w="9525">
            <a:solidFill>
              <a:srgbClr val="35C4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807208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54480" y="276148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Onaylı hero + mesaj kartları bölümünün gerçek koda dökülmesi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557016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1A2F28"/>
          </a:solidFill>
          <a:ln w="9525">
            <a:solidFill>
              <a:srgbClr val="35C4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557016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554480" y="351129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Navigasyon, footer, "Rakamlarla CBS" bandı iskeleti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1A2F28"/>
          </a:solidFill>
          <a:ln w="9525">
            <a:solidFill>
              <a:srgbClr val="35C4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306824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554480" y="4261104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Özellikler sayfası iskeleti (6 bölüm) + tampon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056632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1A2F28"/>
          </a:solidFill>
          <a:ln w="9525">
            <a:solidFill>
              <a:srgbClr val="35C4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056632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C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554480" y="5010912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 kontrol, prova — 15.00 Sunum #2 (localhost demosu)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7863840" y="2057400"/>
            <a:ext cx="3749040" cy="3749040"/>
          </a:xfrm>
          <a:prstGeom prst="roundRect">
            <a:avLst>
              <a:gd name="adj" fmla="val 2927"/>
            </a:avLst>
          </a:prstGeom>
          <a:solidFill>
            <a:srgbClr val="1A2F28"/>
          </a:solidFill>
          <a:ln/>
        </p:spPr>
      </p:sp>
      <p:sp>
        <p:nvSpPr>
          <p:cNvPr id="23" name="Text 21"/>
          <p:cNvSpPr/>
          <p:nvPr/>
        </p:nvSpPr>
        <p:spPr>
          <a:xfrm>
            <a:off x="8183880" y="2377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A9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ENGELLER &amp; İHTİYAÇLAR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83880" y="278892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Engel: yok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9C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4 gün önde ilerliyor.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A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İhtiyaç: tasarım onayı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CB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Bugünkü sunum tasarım onay kapısı — site haritası, wireframe ve görsel yön için onay/düzeltme bekliyorum.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2026-08-24T11:22:44Z</dcterms:created>
  <dcterms:modified xsi:type="dcterms:W3CDTF">2026-08-24T11:22:44Z</dcterms:modified>
</cp:coreProperties>
</file>